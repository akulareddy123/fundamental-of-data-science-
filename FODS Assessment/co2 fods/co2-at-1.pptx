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307" r:id="rId3"/>
    <p:sldId id="291" r:id="rId4"/>
    <p:sldId id="300" r:id="rId5"/>
    <p:sldId id="283" r:id="rId6"/>
    <p:sldId id="302" r:id="rId7"/>
    <p:sldId id="310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E856E-A339-4686-8D41-CEEE7CF15973}" v="32" dt="2026-08-01T02:58:12.897"/>
    <p1510:client id="{E5793AC2-89D3-413D-9CEB-EFCB4E1F1D92}" v="1" dt="2026-08-01T05:37:37.227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5" autoAdjust="0"/>
    <p:restoredTop sz="94689"/>
  </p:normalViewPr>
  <p:slideViewPr>
    <p:cSldViewPr snapToGrid="0">
      <p:cViewPr varScale="1">
        <p:scale>
          <a:sx n="78" d="100"/>
          <a:sy n="78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a reddy prasad" userId="6c627b2b800d699e" providerId="LiveId" clId="{93796F71-712A-40B6-BF5C-1F9D3D39DD1F}"/>
    <pc:docChg chg="modSld">
      <pc:chgData name="akula reddy prasad" userId="6c627b2b800d699e" providerId="LiveId" clId="{93796F71-712A-40B6-BF5C-1F9D3D39DD1F}" dt="2026-08-01T05:39:02.047" v="13" actId="207"/>
      <pc:docMkLst>
        <pc:docMk/>
      </pc:docMkLst>
      <pc:sldChg chg="modSp mod">
        <pc:chgData name="akula reddy prasad" userId="6c627b2b800d699e" providerId="LiveId" clId="{93796F71-712A-40B6-BF5C-1F9D3D39DD1F}" dt="2026-08-01T05:38:07.723" v="4" actId="207"/>
        <pc:sldMkLst>
          <pc:docMk/>
          <pc:sldMk cId="0" sldId="259"/>
        </pc:sldMkLst>
        <pc:spChg chg="mod">
          <ac:chgData name="akula reddy prasad" userId="6c627b2b800d699e" providerId="LiveId" clId="{93796F71-712A-40B6-BF5C-1F9D3D39DD1F}" dt="2026-08-01T05:38:07.723" v="4" actId="20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akula reddy prasad" userId="6c627b2b800d699e" providerId="LiveId" clId="{93796F71-712A-40B6-BF5C-1F9D3D39DD1F}" dt="2026-08-01T05:38:50.307" v="11" actId="207"/>
        <pc:sldMkLst>
          <pc:docMk/>
          <pc:sldMk cId="4082278041" sldId="283"/>
        </pc:sldMkLst>
        <pc:spChg chg="mod">
          <ac:chgData name="akula reddy prasad" userId="6c627b2b800d699e" providerId="LiveId" clId="{93796F71-712A-40B6-BF5C-1F9D3D39DD1F}" dt="2026-08-01T05:38:50.307" v="11" actId="207"/>
          <ac:spMkLst>
            <pc:docMk/>
            <pc:sldMk cId="4082278041" sldId="283"/>
            <ac:spMk id="2" creationId="{44897D9B-89BA-EFF3-7CCE-BC7083AAC52C}"/>
          </ac:spMkLst>
        </pc:spChg>
      </pc:sldChg>
      <pc:sldChg chg="modSp mod">
        <pc:chgData name="akula reddy prasad" userId="6c627b2b800d699e" providerId="LiveId" clId="{93796F71-712A-40B6-BF5C-1F9D3D39DD1F}" dt="2026-08-01T05:38:31.539" v="8" actId="113"/>
        <pc:sldMkLst>
          <pc:docMk/>
          <pc:sldMk cId="785390887" sldId="291"/>
        </pc:sldMkLst>
        <pc:spChg chg="mod">
          <ac:chgData name="akula reddy prasad" userId="6c627b2b800d699e" providerId="LiveId" clId="{93796F71-712A-40B6-BF5C-1F9D3D39DD1F}" dt="2026-08-01T05:38:31.539" v="8" actId="113"/>
          <ac:spMkLst>
            <pc:docMk/>
            <pc:sldMk cId="785390887" sldId="291"/>
            <ac:spMk id="13" creationId="{3C780770-556C-8987-AAC1-638A97345E10}"/>
          </ac:spMkLst>
        </pc:spChg>
      </pc:sldChg>
      <pc:sldChg chg="modSp mod">
        <pc:chgData name="akula reddy prasad" userId="6c627b2b800d699e" providerId="LiveId" clId="{93796F71-712A-40B6-BF5C-1F9D3D39DD1F}" dt="2026-08-01T05:38:43.539" v="10" actId="207"/>
        <pc:sldMkLst>
          <pc:docMk/>
          <pc:sldMk cId="2052342662" sldId="300"/>
        </pc:sldMkLst>
        <pc:spChg chg="mod">
          <ac:chgData name="akula reddy prasad" userId="6c627b2b800d699e" providerId="LiveId" clId="{93796F71-712A-40B6-BF5C-1F9D3D39DD1F}" dt="2026-08-01T05:38:43.539" v="10" actId="207"/>
          <ac:spMkLst>
            <pc:docMk/>
            <pc:sldMk cId="2052342662" sldId="300"/>
            <ac:spMk id="2" creationId="{7E01EAAB-4143-B927-86E6-4A9D1826CC56}"/>
          </ac:spMkLst>
        </pc:spChg>
      </pc:sldChg>
      <pc:sldChg chg="modSp mod">
        <pc:chgData name="akula reddy prasad" userId="6c627b2b800d699e" providerId="LiveId" clId="{93796F71-712A-40B6-BF5C-1F9D3D39DD1F}" dt="2026-08-01T05:38:55.471" v="12" actId="207"/>
        <pc:sldMkLst>
          <pc:docMk/>
          <pc:sldMk cId="2149950038" sldId="302"/>
        </pc:sldMkLst>
        <pc:spChg chg="mod">
          <ac:chgData name="akula reddy prasad" userId="6c627b2b800d699e" providerId="LiveId" clId="{93796F71-712A-40B6-BF5C-1F9D3D39DD1F}" dt="2026-08-01T05:38:55.471" v="12" actId="207"/>
          <ac:spMkLst>
            <pc:docMk/>
            <pc:sldMk cId="2149950038" sldId="302"/>
            <ac:spMk id="6" creationId="{678EFDF4-D7EC-F10B-9AFD-00DFCB0FDF60}"/>
          </ac:spMkLst>
        </pc:spChg>
      </pc:sldChg>
      <pc:sldChg chg="modSp mod">
        <pc:chgData name="akula reddy prasad" userId="6c627b2b800d699e" providerId="LiveId" clId="{93796F71-712A-40B6-BF5C-1F9D3D39DD1F}" dt="2026-08-01T05:38:35.874" v="9" actId="113"/>
        <pc:sldMkLst>
          <pc:docMk/>
          <pc:sldMk cId="2465927615" sldId="307"/>
        </pc:sldMkLst>
        <pc:spChg chg="mod">
          <ac:chgData name="akula reddy prasad" userId="6c627b2b800d699e" providerId="LiveId" clId="{93796F71-712A-40B6-BF5C-1F9D3D39DD1F}" dt="2026-08-01T05:38:35.874" v="9" actId="113"/>
          <ac:spMkLst>
            <pc:docMk/>
            <pc:sldMk cId="2465927615" sldId="307"/>
            <ac:spMk id="2" creationId="{B27FD41B-EDC8-670C-E8B5-F0DD19EB4C8B}"/>
          </ac:spMkLst>
        </pc:spChg>
      </pc:sldChg>
      <pc:sldChg chg="addSp modSp mod">
        <pc:chgData name="akula reddy prasad" userId="6c627b2b800d699e" providerId="LiveId" clId="{93796F71-712A-40B6-BF5C-1F9D3D39DD1F}" dt="2026-08-01T05:39:02.047" v="13" actId="207"/>
        <pc:sldMkLst>
          <pc:docMk/>
          <pc:sldMk cId="1985142040" sldId="310"/>
        </pc:sldMkLst>
        <pc:spChg chg="mod">
          <ac:chgData name="akula reddy prasad" userId="6c627b2b800d699e" providerId="LiveId" clId="{93796F71-712A-40B6-BF5C-1F9D3D39DD1F}" dt="2026-08-01T05:39:02.047" v="13" actId="207"/>
          <ac:spMkLst>
            <pc:docMk/>
            <pc:sldMk cId="1985142040" sldId="310"/>
            <ac:spMk id="7" creationId="{C6AF342A-3EFF-DA3F-DAD4-A35B5FA797EF}"/>
          </ac:spMkLst>
        </pc:spChg>
        <pc:picChg chg="add mod">
          <ac:chgData name="akula reddy prasad" userId="6c627b2b800d699e" providerId="LiveId" clId="{93796F71-712A-40B6-BF5C-1F9D3D39DD1F}" dt="2026-08-01T04:02:48.980" v="2" actId="1076"/>
          <ac:picMkLst>
            <pc:docMk/>
            <pc:sldMk cId="1985142040" sldId="310"/>
            <ac:picMk id="3" creationId="{E09F0A0F-DD49-9B8B-346D-009798A5289A}"/>
          </ac:picMkLst>
        </pc:picChg>
        <pc:picChg chg="add mod">
          <ac:chgData name="akula reddy prasad" userId="6c627b2b800d699e" providerId="LiveId" clId="{93796F71-712A-40B6-BF5C-1F9D3D39DD1F}" dt="2026-08-01T04:02:51.173" v="3" actId="1076"/>
          <ac:picMkLst>
            <pc:docMk/>
            <pc:sldMk cId="1985142040" sldId="310"/>
            <ac:picMk id="6" creationId="{2D52C122-4255-88D0-C23C-29BD093B38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19577"/>
            <a:ext cx="4343399" cy="81817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b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</a:b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A.Reddy Prasad(192472045)</a:t>
            </a:r>
            <a:endParaRPr lang="en-IN" sz="2400" spc="-25" dirty="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294" y="1714002"/>
            <a:ext cx="11367174" cy="112017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sz="3200" b="1" spc="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200" b="1" spc="-25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3200" b="1" spc="-2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US" sz="3200" b="1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3200" b="1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US" sz="3200" b="1" spc="1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b="1" spc="-2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Krishnaraj Mony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 – Fundamentals of Data Science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924147"/>
            <a:ext cx="11215216" cy="4171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is the process of cleaning, organizing, and transforming raw data into a usable format for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often contains missing values, duplicate records, incorrect formats, and inconsistencies, which can affect the accuracy of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improves data quality, reliability, and consistency, leading to better analytical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a powerful Python library used for data manipulation and preprocessing.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provides two main data structures: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– One-dimensional labeled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 – Two-dimensional tabular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1460934" y="508265"/>
            <a:ext cx="9409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en-US" sz="3600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360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Operations:</a:t>
            </a:r>
            <a:r>
              <a:rPr lang="en-US" sz="3600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US" sz="360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Structuring</a:t>
            </a:r>
            <a:r>
              <a:rPr lang="en-US" sz="360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2084106"/>
            <a:ext cx="1106773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a powerful Python library used for data cleaning, manipulation, and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is the process of identifying and correcting errors, inconsistencies, and missing values in a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structuring organizes data into a consistent and meaningful format for easy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provides the DataFrame structure, which stores data in rows and columns similar to a spreadsheet or database table.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 improves the accuracy, reliability, and quality of data analysis.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645441" y="409291"/>
            <a:ext cx="8714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US" sz="3600" spc="-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sz="3600" spc="-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3600" spc="-1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Sales Data Cleaning with Pandas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6A8B60-AF58-0317-3937-D98E0B062061}"/>
              </a:ext>
            </a:extLst>
          </p:cNvPr>
          <p:cNvSpPr txBox="1"/>
          <p:nvPr/>
        </p:nvSpPr>
        <p:spPr>
          <a:xfrm>
            <a:off x="363794" y="1696413"/>
            <a:ext cx="78363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1 — Load &amp; Inspect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Load the dataset using </a:t>
            </a:r>
            <a:r>
              <a:rPr lang="en-IN" dirty="0" err="1">
                <a:latin typeface="Courier New" panose="02070309020205020404" pitchFamily="49" charset="0"/>
              </a:rPr>
              <a:t>pd.read_csv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Examine the dataset using </a:t>
            </a:r>
            <a:r>
              <a:rPr lang="en-IN" dirty="0" err="1">
                <a:latin typeface="Courier New" panose="02070309020205020404" pitchFamily="49" charset="0"/>
              </a:rPr>
              <a:t>df.head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df.info()</a:t>
            </a:r>
            <a:r>
              <a:rPr lang="en-IN" dirty="0"/>
              <a:t>, and </a:t>
            </a:r>
            <a:r>
              <a:rPr lang="en-IN" dirty="0" err="1">
                <a:latin typeface="Courier New" panose="02070309020205020404" pitchFamily="49" charset="0"/>
              </a:rPr>
              <a:t>df.describe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missing values using </a:t>
            </a:r>
            <a:r>
              <a:rPr lang="en-IN" dirty="0" err="1">
                <a:latin typeface="Courier New" panose="02070309020205020404" pitchFamily="49" charset="0"/>
              </a:rPr>
              <a:t>df.isnull</a:t>
            </a:r>
            <a:r>
              <a:rPr lang="en-IN" dirty="0">
                <a:latin typeface="Courier New" panose="02070309020205020404" pitchFamily="49" charset="0"/>
              </a:rPr>
              <a:t>().sum()</a:t>
            </a:r>
            <a:r>
              <a:rPr lang="en-IN" dirty="0"/>
              <a:t>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Step 2 — Clean Missing Values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Fill missing customer names with </a:t>
            </a:r>
            <a:r>
              <a:rPr lang="en-IN" b="1" dirty="0"/>
              <a:t>"Unknown"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Replace missing purchase amounts with the </a:t>
            </a:r>
            <a:r>
              <a:rPr lang="en-IN" b="1" dirty="0"/>
              <a:t>median purchase value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Remove rows with missing Customer IDs.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Step 3 — Remove Duplicates &amp; Standardize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Remove duplicate customer records using </a:t>
            </a:r>
            <a:r>
              <a:rPr lang="en-IN" dirty="0" err="1">
                <a:latin typeface="Courier New" panose="02070309020205020404" pitchFamily="49" charset="0"/>
              </a:rPr>
              <a:t>drop_duplicates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Convert city names to a consistent format using: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8C1197DA-D6E6-1FC0-A045-6E5BF198E69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5936" y="1807962"/>
            <a:ext cx="3366618" cy="44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822804" y="294904"/>
            <a:ext cx="8386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3600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Matplotlib: </a:t>
            </a:r>
            <a:r>
              <a:rPr lang="en-US" sz="3600" spc="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Bringing</a:t>
            </a:r>
            <a:r>
              <a:rPr lang="en-US" sz="3600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z="3600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600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1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1" y="1786664"/>
            <a:ext cx="672526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is a popular Python library used for creating graphs, charts, and visualizations.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transform raw numerical data into meaningful visual representations, making data easier to understand.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is widely used in data science, machine learning, business analytics, engineering, and scientific research.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interface for creating both basic and advanced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works seamlessly with Pandas and NumPy for data analysis and plotting.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99FCABB4-0355-5B7B-0740-33EDAEF6F43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6596" y="1719924"/>
            <a:ext cx="3279830" cy="484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1240884" y="262926"/>
            <a:ext cx="9419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Case Study 2: Visualising Cleaned Data for Impact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2" y="1132761"/>
            <a:ext cx="10605124" cy="603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Cleaned Dataset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cleaned dataset using pd.read_csv().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data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df.info().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Data for Visualization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datetime format.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sales data by week and product category.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sales and total orders.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a Line Chart to show weekly sales trends.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a Bar Chart to compare sales across product categories.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a Pie Chart to display each category's contribution to total sales.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&amp; Interpret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weeks with the highest and lowest sales.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different product categories.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92BAE94-8930-69AC-08FB-C88CAF9E5C4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14567" y="1752190"/>
            <a:ext cx="3454118" cy="474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10" y="1441315"/>
            <a:ext cx="11102703" cy="4837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a powerful Python library that simplifies data cleaning, preprocessing, and manipulation tasks.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enables users to create meaningful and visually appealing charts for effective data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improves the accuracy, consistency, and quality of datasets by handling missing values, duplicates, and incorrect formats.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helps identify patterns, trends, relationships, and outliers, making complex data easier to understand.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Pandas and Matplotlib provides a complete workflow for preparing and visualizing data efficiently.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well-structured data leads to more reliable analysis and better decision-making.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09F0A0F-DD49-9B8B-346D-009798A528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496" y="145031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2D52C122-4255-88D0-C23C-29BD093B38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0228" y="121725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678</Words>
  <Application>Microsoft Office PowerPoint</Application>
  <PresentationFormat>Widescreen</PresentationFormat>
  <Paragraphs>72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akula reddy prasad</cp:lastModifiedBy>
  <cp:revision>8</cp:revision>
  <dcterms:created xsi:type="dcterms:W3CDTF">2026-05-12T03:48:28Z</dcterms:created>
  <dcterms:modified xsi:type="dcterms:W3CDTF">2026-08-01T05:39:11Z</dcterms:modified>
</cp:coreProperties>
</file>